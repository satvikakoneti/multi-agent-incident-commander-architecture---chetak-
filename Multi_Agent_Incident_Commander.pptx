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DEVELOPMENT CENTER | NARSIMHA REDDY ENGINEERING COLLEGE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Incident Commander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Autonomous, Guardrailed Multi-Agent SRE Co-Pilot for Rapid Outage Diagnostics &amp; Zero-Risk Incident Resolution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023360"/>
            <a:ext cx="1033272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206240"/>
            <a:ext cx="9784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Statement ID: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PNG2
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Theme: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and LLM Applications
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Breakthrough: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Swarm Debate + Shannon Entropy Noise Sifter + Vision AI + Zero-Trust Guardrails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ID: PNG2 | GENERATIVE AI &amp; LLM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Crisis: Production Outages &amp; SRE Pain 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292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Alert Storms &amp; Fatigue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 alerts flood Slack/PagerDuty in seconds. Engineers drown in false positives &amp; noise.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50292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Fragmented Telemetry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Clues are scattered across raw server logs, metric graphs, git commits, and chaotic chat.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50292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High MTTR &amp; Financial Bleed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4805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of downtime is spent finding the cause. Outages cost ₹25,000+ per minute in SLA penalties.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749040"/>
            <a:ext cx="50292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Catastrophic "Quick Fixes"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4805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Panicked engineers execute unverified, destructive commands that cause deeper cascading crashes.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ID: PNG2 | GENERATIVE AI &amp; LLM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Multi-Agent Incident Commander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Architectural Pillars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Multi-Modal Ingestion: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Ingests logs, metrics, git diffs, and Grafana screenshots.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Adversarial Swarm Reasoning: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Detective &amp; Skeptic agents debate to eliminate hallucinations.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Zero-Trust Action Guardrails: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Deterministic 3-tier safety matrix blocks risky commands.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Living Chronological Timeline: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Instant blameless post-mortem &amp; Git hotfix synthesizer.
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Way vs. MAIC Intelligent 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Old Way: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SREs arguing on Slack, manually grepping logs, risking bad restarts.
</a:t>
            </a:r>
            <a:pPr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Generic LLM: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Hallucinates root causes and suggests dangerous destructive commands.
</a:t>
            </a:r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MAIC SRE Swarm: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99.4% noise, validates hypotheses against timestamps, and provides safe 1-click verified runbooks under human supervision.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ID: PNG2 | GENERATIVE AI &amp; LLM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Ingest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Logs, Prometheus, Git Diffs, Chart Images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82880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0896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Sifter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338328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Shannon Entropy: 99.4% Alert Reduction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182880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0352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Swarm Debate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338328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Detective vs. Skeptic cross-falsification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182880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9808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Matrix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0" y="338328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3-Tier Policy Filter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09760" y="182880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9264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Room UI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0" y="338328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Time-Travel, Financial Meter &amp; Hotfix PR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ID: PNG2 | GENERATIVE AI &amp; LLM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1 &amp; 2: Vision AI &amp; Shannon Entropy Sifter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Vision AI Diagnostic Ingestion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Multi-Modal Chart OCR: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screenshots of Grafana / Datadog dashboards.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 Anomaly Detection: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sudden throughput cliff drops (e.g. 84% drop at 10:14 AM) and P99 latency spikes.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Hardware Damage Vision: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blown server power supplies or disconnected optical transceiver cables.
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🌪️ Shannon Entropy Noise Sifter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Mathematical Entropy Filter: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Information Entropy H(X) = -Σ p(x)log₂(p(x)) to compress bursty alert floods.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Noise Reduction: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 482 raw alerts into 3 root anomaly clusters.
</a:t>
            </a:r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Metric Display: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99.4% Alert Noise Filtered. Eliminates SRE alert fatigue instantly.
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ID: PNG2 | GENERATIVE AI &amp; LLM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3: Adversarial AI Debate (Detective vs. Skeptic)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12064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🕵️ Detective Agent (Proposer)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suspect the root cause is a database connection leak introduced in the 10:14 AM deployment of the checkout service."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474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DB active connection count saturated at 100/100.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🧐 Skeptic Agent (Falsifier)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"Refuted! Connection drop occurred at 10:18 AM, whereas gateway latency spiked 4 minutes earlier. The true cause is unindexed SQL table lock holding connections open."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3474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Postgres query age histogram shows unindexed filter on orders table.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10698480" cy="146304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846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🎖️ Incident Commander Consensus (Confidence: 96%)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5212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Root Cause: Unindexed full table scan introduced in PR #814 starved connection pool. Zero hallucinations through adversarial timestamp verification.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ID: PNG2 | GENERATIVE AI &amp; LLM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4: Blast Radius &amp; Cascading Topology Visualizer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Failure Dependency Graph &amp; "Patient Zero" Tracking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2377440"/>
            <a:ext cx="2194560" cy="20116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Patient Zero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30175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database-postgres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(Connection Exhausted)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2377440"/>
            <a:ext cx="2194560" cy="20116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ACC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Level 1 Downstream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30175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checkout-service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(504 Gateway Timeouts)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2377440"/>
            <a:ext cx="2194560" cy="20116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ACC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Level 2 Downstream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30175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payment-gateway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(Worker Backlog)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52560" y="2377440"/>
            <a:ext cx="2194560" cy="20116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User Surface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0" y="30175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mobile-app &amp; web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(Degraded Checkout)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4754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Blast Radius Index: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of active checkout transactions degraded.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Prioritizes root component repair rather than wasting time debugging downstream symptoms.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ID: PNG2 | GENERATIVE AI &amp; LLM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5: Cross-Incident Déjà-Vu Engine (Institutional Memory)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Vector Memory Search Over 5 Years of Historical Post-Mortems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286000"/>
            <a:ext cx="1014984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468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88% Structural Similarity Match with Outage #INC-2024-412 (Nov 2024)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9260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Root Cause: Postgres connection saturation caused by unindexed queries during flash traffic. Resolved in 14.5 mins by Alex Chen.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3931920"/>
            <a:ext cx="1014984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4114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Historical Disaster Trap Warning (Auto-Retrieved)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45720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"WARNING: In 2024, restarting the replica immediately corrupted the secondary index. Do NOT restart before draining replication queue. Apply CREATE INDEX CONCURRENTLY instead."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ID: PNG2 | GENERATIVE AI &amp; LLM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6: Production Dry-Run Guardrail Validator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TIER 1: SAFE / READ-ONLY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Non-destructive diagnostic probes.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Auto-allowed without friction.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/ Blocked Commands: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kubectl get pods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curl /healthz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SELECT query processlist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ping endpoint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ACC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TIER 2: CAUTION / APPROVAL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State-altering safe mitigation.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2-factor human sign-off.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/ Blocked Commands: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347472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kubectl scale replicas=4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nginx -s reload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Reroute read-replica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Toggle circuit breaker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TIER 3: PROHIBITED / BLOCKED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2194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Destructive / high-risk commands.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Hard-blocked by deterministic filter.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3108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/ Blocked Commands: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347472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DROP TABLE / DATABASE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rm -rf /var/log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kill -9 1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reboot -f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ID: PNG2 | GENERATIVE AI &amp; LLM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7 &amp; 8: Live Financial Meter &amp; Blameless PIR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Live Downtime Financial &amp; SLA Meter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Revenue Bleed Ticker: </a:t>
            </a:r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₹24,000 / min lost based on degraded API traffic.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SLO Breach Countdown: </a:t>
            </a:r>
            <a:pPr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timer counting down to 99.9% 3-nines contract breach.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Escalation: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Auto-pages VP of Engineering if MTTR exceeds 80% of SLA window.
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1-Click Post-Mortem &amp; Git Hotfix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Markdown / PDF Report: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5-Whys root cause, chronology, and MTTD/MTTR metrics.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 Hotfix PR Patch Diff: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Auto-generates the exact SQL/code patch (e.g. CREATE INDEX CONCURRENTLY).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 Regression Test Suite: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Jest/Vitest unit tests to prevent bug regression in CI/CD.
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ID: PNG2 | GENERATIVE AI &amp; LLM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Stack, 4-Level Roadmap &amp; ROI Impact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Production Tech Stack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Frontend: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18, TypeScript, Tailwind CSS, Lucide Icons, Recharts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Node.js, Express, SQLite (sql.js), REST APIs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Swarm: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Debate Coordinator, Vision AI Parser, Vector RAG Memory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Safety: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3-Tier Policy Guardrails &amp; Prompt Shield
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Measurable ROI &amp; Impact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85% MTTR Reduction: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diagnosis time drops from 45+ mins to under 6 mins.
</a:t>
            </a:r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🌪️ 99.4% Noise Reduction: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Shannon Entropy compresses 482 alerts into 3 root causes.
</a:t>
            </a:r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100% Zero-Trust Safety: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guardrail prevents destructive command execution on live infrastructure.
</a:t>
            </a:r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All 4 Evaluation Levels: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(Blueprint) to Level 4 (Enterprise Ready) fully implemented.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Narsimha Reddy Engineering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Incident Commander (MAIC)</dc:title>
  <dc:subject>PptxGenJS Presentation</dc:subject>
  <dc:creator>Multi-Agent Incident Commander Team</dc:creator>
  <cp:lastModifiedBy>Multi-Agent Incident Commander Team</cp:lastModifiedBy>
  <cp:revision>1</cp:revision>
  <dcterms:created xsi:type="dcterms:W3CDTF">2026-09-30T09:08:05Z</dcterms:created>
  <dcterms:modified xsi:type="dcterms:W3CDTF">2026-09-30T09:08:05Z</dcterms:modified>
</cp:coreProperties>
</file>